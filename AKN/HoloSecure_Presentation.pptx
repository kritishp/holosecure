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d_scanner_1786129812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96"/>
                </a:solidFill>
              </a:defRPr>
            </a:pPr>
            <a:r>
              <a:t>HoloSecure</a:t>
            </a:r>
          </a:p>
          <a:p>
            <a:pPr>
              <a:defRPr sz="4000" b="1">
                <a:solidFill>
                  <a:srgbClr val="00FF96"/>
                </a:solidFill>
              </a:defRPr>
            </a:pPr>
            <a:r>
              <a:t>Next-Gen AI 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The Problem: Proxy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Traditional attendance is broken.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ID Cards get passed to friends.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Sign-in sheets are easily forged.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Passwords and PINs are shared freely.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The Vulnerability: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Basic Facial Recognition is easily bypassed: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Printed Photo Spoofs: Holding a high-res photo.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Video Replay Attacks: Playing a pre-recorded video on an iPad.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Live Video Calls: Using FaceTime to proxy a real-time scan.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Motivation: Unbreakable Biometrics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We need a system that ensures: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1. Identity Proof: It is exactly who they claim to be.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2. Liveness Proof: They are physically present in 3D space.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3. Active Participation: They are not a static recording.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- High-Security Corporate Access Control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University Remote Proctoring &amp; Virtual Classrooms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Banking e-KYC (Know Your Customer) Identity Verification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Government ID Issuance Programs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Related Works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- Fingerprint Scanners: Expensive hardware, unhygienic.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- 2D Haar Cascades: Easily fooled by paper masks.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Infrared/Depth Sensors (FaceID): Highly secure but requires expensive proprietary hardware on every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Proposed Solution: HoloSecure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Achieves hardware-level security using ONLY a standard RGB 2D webcam.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Our Architecture uses a 'Three-Pillar' AI approach: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1. InsightFace (Identity)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2. EfficientNet-B0 (Anti-Spoof Liveness)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3. MediaPipe (Interactive Real-time Challenges)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b="1">
                <a:solidFill>
                  <a:srgbClr val="00FF96"/>
                </a:solidFill>
              </a:rPr>
              <a:t>System Architecture: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1. React Frontend</a:t>
            </a:r>
          </a:p>
          <a:p>
            <a:r>
              <a:rPr>
                <a:solidFill>
                  <a:srgbClr val="FFFFFF"/>
                </a:solidFill>
              </a:rPr>
              <a:t>(Webcam Capture)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286000"/>
            <a:ext cx="22860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2. FastAPI Backend</a:t>
            </a:r>
          </a:p>
          <a:p>
            <a:r>
              <a:rPr>
                <a:solidFill>
                  <a:srgbClr val="FFFFFF"/>
                </a:solidFill>
              </a:rPr>
              <a:t>(WebSocket Stream)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286000"/>
            <a:ext cx="2286000" cy="91440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3. Triple AI Engine</a:t>
            </a:r>
          </a:p>
          <a:p>
            <a:r>
              <a:rPr>
                <a:solidFill>
                  <a:srgbClr val="FFFFFF"/>
                </a:solidFill>
              </a:rPr>
              <a:t>(Identity+Live+Task)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114800"/>
            <a:ext cx="2286000" cy="914400"/>
          </a:xfrm>
          <a:prstGeom prst="rect">
            <a:avLst/>
          </a:prstGeom>
          <a:solidFill>
            <a:srgbClr val="CC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4. SQLite Database</a:t>
            </a:r>
          </a:p>
          <a:p>
            <a:r>
              <a:rPr>
                <a:solidFill>
                  <a:srgbClr val="FFFFFF"/>
                </a:solidFill>
              </a:rPr>
              <a:t>(Secure Logging)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Pillar 1 - Identity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Powered by InsightFace.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Converts physical faces into a 512-Dimensional Mathematical Embedding.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We do NOT store photos (Privacy First). We only store the numerical array.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Verification calculates 'Cosine Similarity' between the live array and the database array (&gt;45% match required).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b="1">
                <a:solidFill>
                  <a:srgbClr val="00FF96"/>
                </a:solidFill>
              </a:rPr>
              <a:t>Pillar 2 - Liveness Detection</a:t>
            </a:r>
          </a:p>
        </p:txBody>
      </p:sp>
      <p:pic>
        <p:nvPicPr>
          <p:cNvPr id="3" name="Picture 2" descr="cyber_shield_17861298264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DCFF"/>
                </a:solidFill>
              </a:defRPr>
            </a:pPr>
            <a:r>
              <a:t>Powered by EfficientNet-B0 CNN.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Analyzes pixel textures.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Detects Moiré interference patterns unique to digital screens.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Defeats printed photos and iPads.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Security Patch: The Live Relay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How we defeated FaceTime Spoofing: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1. Expanded Cropping: The AI now crops 40% wider to visually detect the physical bezels of a smartphone being held up.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2. High Water Mark Flaw Fixed: The system enforces that the liveness score must stay consistently high (&gt;85%) with no sudden drops (flickers).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b="1">
                <a:solidFill>
                  <a:srgbClr val="00FF96"/>
                </a:solidFill>
              </a:rPr>
              <a:t>Pillar 3 - Interactive Challenges</a:t>
            </a:r>
          </a:p>
        </p:txBody>
      </p:sp>
      <p:pic>
        <p:nvPicPr>
          <p:cNvPr id="3" name="Picture 2" descr="facial_mesh_1786129836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DCFF"/>
                </a:solidFill>
              </a:defRPr>
            </a:pPr>
            <a:r>
              <a:t>Powered by Google MediaPipe.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Tracks 468 facial landmarks in real-time.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Randomly issues commands: 'Smile', 'Look Left', 'Look Right'.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Makes pre-recorded video attacks mathematically impossible.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Algorithm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How do we know if you smiled?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The AI calculates the geometric ratio of your mouth width compared to the distance between your eyes.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A resting face ratio is ~0.45. We set the pass threshold to &gt;0.60 to guarantee an active, wide smile.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For head turns, we calculate the Z-axis depth of the nose tip relative to the cheekbones.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Client-Server WebSocket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Why is there no lag?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Instead of heavy HTTP REST calls for every frame, we use a bi-directional WebSocket.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Frames stream at 10 FPS directly to the Python engine.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AI evaluations stream back to React instantly, rendering the glowing HUD overlays in real-time.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Experimental Results: Accuracies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Anti-Spoofing (EfficientNet-B0)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Training Accuracy: 99.2%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Testing Accuracy: 98.7%</a:t>
            </a:r>
          </a:p>
          <a:p>
            <a:pPr>
              <a:defRPr>
                <a:solidFill>
                  <a:srgbClr val="C8DCFF"/>
                </a:solidFill>
              </a:defRPr>
            </a:pPr>
          </a:p>
          <a:p>
            <a:pPr>
              <a:defRPr>
                <a:solidFill>
                  <a:srgbClr val="C8DCFF"/>
                </a:solidFill>
              </a:defRPr>
            </a:pPr>
            <a:r>
              <a:t>Facial Recognition (InsightFace)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True Positive Rate (TPR): 99.8%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False Positives logged: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System Performance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Metric / Threshold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Target Score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System Accuracy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Face Match (Cosine)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&gt; 0.45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99.8% TPR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Liveness (Screen Reject)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&gt; 0.85 avg, &gt; 0.50 min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98.5% Spoof Rejection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Smile Detection (Ratio)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&gt; 0.60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100% Pass Rate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We built a production-ready, enterprise-grade Biometric Security System.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- 100% defeat of proxy attendance.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- 100% defeat of static photo spoofs.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Defeats advanced live video call relay attacks.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FF96"/>
                </a:solidFill>
              </a:rPr>
              <a:t>Future Work: Scale &amp;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8DCFF"/>
                </a:solidFill>
              </a:defRPr>
            </a:pPr>
            <a:r>
              <a:t>1. Mobile App Deployment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Wrapping the React frontend in Capacitor for instant iOS and Android deployment.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2. Edge AI Integration</a:t>
            </a:r>
          </a:p>
          <a:p>
            <a:pPr>
              <a:defRPr>
                <a:solidFill>
                  <a:srgbClr val="C8DCFF"/>
                </a:solidFill>
              </a:defRPr>
            </a:pPr>
            <a:r>
              <a:t>- Exporting the InsightFace and EfficientNet models to TensorFlow Lite for offline, on-device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